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97280"/>
            <a:ext cx="3657600" cy="36576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200400" cy="32004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CRUD Application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397764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39776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22592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22592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•  Read  •  Update  •  Delete  —  Student Records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92240" cy="4846320"/>
          </a:xfrm>
          <a:prstGeom prst="roundRect">
            <a:avLst>
              <a:gd name="adj" fmla="val 1509"/>
            </a:avLst>
          </a:prstGeom>
          <a:solidFill>
            <a:srgbClr val="F2F7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5852160" cy="4389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A web-based application to manage student records with full CRUD functionality.
</a:t>
            </a:r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Purpose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Provide a simple, reliable system for schools/colleges to add, view, update, and remove student information through a clean web interface.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Core idea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React handles the user interface, Spring Boot exposes REST APIs for business logic, and MySQL persists student data — a classic 3-tier architecture.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41732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41732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29718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310896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10896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46634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0" y="480060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80060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Student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2F7F7"/>
          </a:solidFill>
          <a:ln/>
        </p:spPr>
      </p:sp>
      <p:sp>
        <p:nvSpPr>
          <p:cNvPr id="4" name="Shape 2"/>
          <p:cNvSpPr/>
          <p:nvPr/>
        </p:nvSpPr>
        <p:spPr>
          <a:xfrm>
            <a:off x="1874520" y="169164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745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UI, Axios for HTTP calls, React Router for navigation, forms for student data entry.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37160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2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169164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749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controllers, service layer for business logic, Spring Data JPA for persistence, validation.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03920" y="137160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2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9829800" y="169164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2980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3749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storage for the Student table, structured queries, data integrity via constraints.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87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(Frontend)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 / Axios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09160" y="23774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2487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(Backend)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 / Service / Repository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052560" y="23774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0" y="2487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(Database)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2971800"/>
            <a:ext cx="640080" cy="274320"/>
          </a:xfrm>
          <a:prstGeom prst="rightArrow">
            <a:avLst/>
          </a:prstGeom>
          <a:solidFill>
            <a:srgbClr val="022B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2971800"/>
            <a:ext cx="640080" cy="274320"/>
          </a:xfrm>
          <a:prstGeom prst="rightArrow">
            <a:avLst/>
          </a:prstGeom>
          <a:solidFill>
            <a:srgbClr val="022B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632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(JSON)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75488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2B3A"/>
                </a:solidFill>
              </a:rPr>
              <a:t>How it works: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The React frontend sends HTTP requests to Spring Boot REST endpoints (e.g. GET /students, POST /students). The Controller delegates to a Service layer, which uses a Repository (Spring Data JPA) to read/write rows in the MySQL Student table, then returns JSON back to the UI.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 on Student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2F7F7"/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1691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59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student via a form (name, roll no, email, course). Sent as POST request; saved as a new row in MySQL.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4411980" y="16916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1198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546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display all students (or one by ID) in a table. GET request retrieves records from the database.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41732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2F7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338060" y="16916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380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1546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 existing student's details. PUT request updates the matching row using its ID.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0" y="141732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2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64140" y="1691640"/>
            <a:ext cx="822960" cy="82296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641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1546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student record permanently. DELETE request removes the row by ID.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student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85216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Auto Increment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roll_number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Unique, Not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234440"/>
            <a:ext cx="4846320" cy="4892040"/>
          </a:xfrm>
          <a:prstGeom prst="roundRect">
            <a:avLst>
              <a:gd name="adj" fmla="val 1887"/>
            </a:avLst>
          </a:prstGeom>
          <a:solidFill>
            <a:srgbClr val="022B3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04088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965960"/>
            <a:ext cx="4297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6F5"/>
                </a:solidFill>
              </a:rPr>
              <a:t>id is the primary key used by Update/Delete requests to target a single row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6F5"/>
                </a:solidFill>
              </a:rPr>
              <a:t>roll_number and email are unique to prevent duplicate student records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6F5"/>
                </a:solidFill>
              </a:rPr>
              <a:t>Spring Data JPA maps this table to a Student entity class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6F5"/>
                </a:solidFill>
              </a:rPr>
              <a:t>Basic validation (e.g. @NotBlank, @Email) is applied at the entity/DTO level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Endpoints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393192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5029200"/>
              </a:tblGrid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Endpoint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B3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/api/students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— list all students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/api/students/{id}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— get one student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/api/students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— add a new student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98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/api/students/{id}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— edit a student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03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/api/students/{id}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— remove a student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Flow — Adding a Student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student details in the React form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9424" y="2926080"/>
            <a:ext cx="118872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19202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sends JSON to /api/students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78224" y="2926080"/>
            <a:ext cx="118872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19202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060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controller receives request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07024" y="2926080"/>
            <a:ext cx="118872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19202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+ Repository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runs; JPA saves entity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35824" y="2926080"/>
            <a:ext cx="118872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0" y="19202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28" name="Shape 26"/>
          <p:cNvSpPr/>
          <p:nvPr/>
        </p:nvSpPr>
        <p:spPr>
          <a:xfrm>
            <a:off x="845820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582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Insert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row written to student table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564624" y="2926080"/>
            <a:ext cx="118872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33" name="Shape 31"/>
          <p:cNvSpPr/>
          <p:nvPr/>
        </p:nvSpPr>
        <p:spPr>
          <a:xfrm>
            <a:off x="9692640" y="19202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2F7F7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8700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2870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829800" y="3154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returned; table refreshes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9377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22B3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" y="493776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request/response pattern applies to Read, Update, and Delete — only the HTTP method and endpoint change.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full-stack CRUD workflow — React for the UI, Spring Boot for REST APIs and business logic, and MySQL for persistent storage of student records.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Enhancements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Search and filter students by name, course, or roll number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Pagination for large student lists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Authentication and role-based access (admin vs. staff)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Form validation feedback and error handling on the UI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2026-09-12T15:48:16Z</dcterms:created>
  <dcterms:modified xsi:type="dcterms:W3CDTF">2026-09-12T15:48:16Z</dcterms:modified>
</cp:coreProperties>
</file>